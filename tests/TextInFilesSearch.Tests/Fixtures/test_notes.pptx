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diagrams/data1.xml><?xml version="1.0" encoding="utf-8"?>
<dgm:dataModel xmlns:a="http://schemas.openxmlformats.org/drawingml/2006/main" xmlns:dgm="http://schemas.openxmlformats.org/drawingml/2006/diagram">
  <dgm:ptLst>
    <dgm:pt modelId="1">
      <dgm:t>
        <a:p>
          <a:r>
            <a:t>smartart cherry text</a:t>
          </a:r>
        </a:p>
      </dgm:t>
    </dgm:pt>
  </dgm:ptLst>
</dgm:dataModel>
</file>

<file path=ppt/notesSlides/notesSlide1.xml><?xml version="1.0" encoding="utf-8"?>
<p:notes xmlns:a="http://schemas.openxmlformats.org/drawingml/2006/main" xmlns:p="http://schemas.openxmlformats.org/presentationml/2006/main">
  <p:cSld>
    <p:spTree>
      <p:sp>
        <p:txBody>
          <a:p>
            <a:r>
              <a:t>banana speaker notes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apple text</a:t>
            </a:r>
          </a:p>
        </p:txBody>
      </p:sp>
    </p:spTree>
  </p:cSld>
</p:sld>
</file>